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84" r:id="rId6"/>
    <p:sldId id="280" r:id="rId7"/>
    <p:sldId id="278" r:id="rId8"/>
    <p:sldId id="261" r:id="rId9"/>
    <p:sldId id="273" r:id="rId10"/>
    <p:sldId id="279" r:id="rId11"/>
    <p:sldId id="265" r:id="rId12"/>
    <p:sldId id="277" r:id="rId13"/>
    <p:sldId id="268" r:id="rId14"/>
    <p:sldId id="266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037A6-024B-7B78-0216-F6B6C456B278}" v="183" dt="2026-02-23T05:01:04.20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879" autoAdjust="0"/>
  </p:normalViewPr>
  <p:slideViewPr>
    <p:cSldViewPr snapToGrid="0">
      <p:cViewPr varScale="1">
        <p:scale>
          <a:sx n="105" d="100"/>
          <a:sy n="105" d="100"/>
        </p:scale>
        <p:origin x="714" y="10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23-Feb-26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/>
              <a:t>Atomate Eval System v2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-501445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b="1" dirty="0"/>
              <a:t>AGENDA</a:t>
            </a:r>
            <a:endParaRPr lang="en-US" b="1" dirty="0">
              <a:ea typeface="Calibri Light"/>
              <a:cs typeface="Calibri Light"/>
            </a:endParaRPr>
          </a:p>
        </p:txBody>
      </p:sp>
      <p:pic>
        <p:nvPicPr>
          <p:cNvPr id="15" name="Picture Placeholder 14" descr="A computer chip and circuit board&#10;&#10;AI-generated content may be incorrect.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741" b="9741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1996489"/>
            <a:ext cx="4837174" cy="3136392"/>
          </a:xfrm>
          <a:noFill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z="1500"/>
              <a:t>Dashboard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>
                <a:ea typeface="Calibri"/>
                <a:cs typeface="Calibri"/>
              </a:rPr>
              <a:t>Library</a:t>
            </a:r>
          </a:p>
          <a:p>
            <a:r>
              <a:rPr lang="en-US" sz="1500"/>
              <a:t>Setup test case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/>
              <a:t>Run</a:t>
            </a:r>
            <a:endParaRPr lang="en-US" sz="1500">
              <a:ea typeface="Calibri"/>
              <a:cs typeface="Calibri"/>
            </a:endParaRPr>
          </a:p>
          <a:p>
            <a:r>
              <a:rPr lang="en-US" sz="1500"/>
              <a:t>Job management</a:t>
            </a:r>
            <a:endParaRPr lang="en-US" sz="1500">
              <a:ea typeface="Calibri"/>
              <a:cs typeface="Calibri"/>
            </a:endParaRPr>
          </a:p>
          <a:p>
            <a:r>
              <a:rPr lang="en-US" sz="1500">
                <a:ea typeface="Calibri"/>
                <a:cs typeface="Calibri"/>
              </a:rPr>
              <a:t>Board status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>
                <a:ea typeface="Calibri"/>
                <a:cs typeface="Calibri"/>
              </a:rPr>
              <a:t>Test history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>
                <a:ea typeface="Calibri"/>
                <a:cs typeface="Calibri"/>
              </a:rPr>
              <a:t>Wave for</a:t>
            </a:r>
            <a:r>
              <a:rPr lang="en-US" sz="1500" dirty="0">
                <a:ea typeface="Calibri"/>
                <a:cs typeface="Calibri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C60B53-B807-6C0C-7063-A9A10ED01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5" y="0"/>
            <a:ext cx="12100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91" name="Picture Placeholder 90" descr="A person sitting at a table with her fingers up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" r="451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/>
          <a:lstStyle/>
          <a:p>
            <a:r>
              <a:rPr lang="en-US"/>
              <a:t>CONFIDENCE-BUILDING STRATEGIES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A9D939-13FA-3A00-E1C9-3D4D5A16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" y="0"/>
            <a:ext cx="12057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20" name="Picture Placeholder 7" descr="A person talking to another person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5ABBBA-F828-CA2D-5899-F0A1BBE73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18" y="0"/>
            <a:ext cx="12147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noFill/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13F9B-DF7E-F667-BA8E-488C0C38B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173"/>
            <a:ext cx="12192000" cy="60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12079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/>
              <a:t>Pitch variation</a:t>
            </a:r>
          </a:p>
          <a:p>
            <a:pPr lvl="1"/>
            <a:r>
              <a:rPr lang="en-US"/>
              <a:t>Tone inflection</a:t>
            </a:r>
          </a:p>
          <a:p>
            <a:pPr lvl="1"/>
            <a:r>
              <a:rPr lang="en-US"/>
              <a:t>Volume control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98A218-06C4-6124-C10A-3335E9352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8813"/>
            <a:ext cx="12192000" cy="332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2878394" cy="4137189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DFDCF0-3244-44E3-DD20-E34B0811D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" y="0"/>
            <a:ext cx="12104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35C7976-460B-1488-8586-72580989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Bord Status 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CA8A88-49D8-350C-F01C-A733ED1A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52078"/>
            <a:ext cx="5134335" cy="1989555"/>
          </a:xfrm>
          <a:prstGeom prst="rect">
            <a:avLst/>
          </a:prstGeom>
          <a:noFill/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923818-277B-D7C0-B154-B42E3C9E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464" y="2871332"/>
            <a:ext cx="5134335" cy="19510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96074" y="2106591"/>
            <a:ext cx="2067045" cy="363378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DF63EE-2E60-11ED-1BC2-895D8AE3D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841"/>
            <a:ext cx="12192000" cy="4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  <a:noFill/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C0AC0-008E-AD8E-B7B7-056DB9F3B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7"/>
            <a:ext cx="12192000" cy="6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Created by</a:t>
            </a:r>
            <a:endParaRPr lang="en-US" dirty="0"/>
          </a:p>
          <a:p>
            <a:r>
              <a:rPr lang="en-US" dirty="0" err="1"/>
              <a:t>Phimmada</a:t>
            </a:r>
            <a:r>
              <a:rPr lang="en-US" dirty="0"/>
              <a:t> Malai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Software Engineering Intern 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in32_SL_V16" id="{C08B0D31-9878-4B86-9AA2-489D9D63805D}" vid="{DECC9CCA-8386-4D88-B03D-E024FA4FDF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302</Words>
  <Application>Microsoft Office PowerPoint</Application>
  <PresentationFormat>Widescreen</PresentationFormat>
  <Paragraphs>70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Custom</vt:lpstr>
      <vt:lpstr>Atomate Eval System v2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Bord Status </vt:lpstr>
      <vt:lpstr>PowerPoint Presentation</vt:lpstr>
      <vt:lpstr>FINAL TIPS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Watchara Siri</dc:creator>
  <cp:lastModifiedBy>Watchara Siri</cp:lastModifiedBy>
  <cp:revision>92</cp:revision>
  <dcterms:created xsi:type="dcterms:W3CDTF">2026-02-23T04:44:07Z</dcterms:created>
  <dcterms:modified xsi:type="dcterms:W3CDTF">2026-02-23T10:44:45Z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